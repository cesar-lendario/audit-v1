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de Ferramentas de 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Preparada para XXXXXX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 Avaliação: 2025-12-23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Executivo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manuais de marketing, perda de itens de ação de reuniões e interrupções em tarefas de design estão consumindo tempo valioso e criando atrito em um negócio que, de outra forma, funciona bem.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Adições direcionadas de ferramentas e melhor automação de processos podem devolver 8+ horas por semana, eliminando etapas manuais e protegendo o tempo de foco estratégico.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 em um Relance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329184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77800" dist="50800" dir="8100000">
              <a:srgbClr val="000000">
                <a:alpha val="4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que Você Pode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por Semana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/ semana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77800" dist="50800" dir="8100000">
              <a:srgbClr val="000000">
                <a:alpha val="4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Principal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(Economia de Tempo)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Impacto × Esforço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pontos de dor foram analisados e colocados em quatro quadrantes com base no impacto no negócio e no esforço de implementação. Este relatório foca em Quick Wins — as correções que entregam o maior valor com o menor esforço.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754880" cy="3383280"/>
          </a:xfrm>
          <a:prstGeom prst="roundRect">
            <a:avLst>
              <a:gd name="adj" fmla="val 2703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1463040"/>
            <a:ext cx="0" cy="310896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017520"/>
            <a:ext cx="448056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685800" y="146304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6200000">
            <a:off x="685800" y="324612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Impacto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Esforço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Esforço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15544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0F2A1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esforço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5544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1A1A2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Maiores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esforço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51560" y="31546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impacto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esforço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1546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impacto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esforço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(Alto Impacto, Baixo Esforço)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178308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5897880" y="1947672"/>
            <a:ext cx="365760" cy="365760"/>
          </a:xfrm>
          <a:prstGeom prst="ellipse">
            <a:avLst/>
          </a:prstGeom>
          <a:solidFill>
            <a:srgbClr val="0F2A1A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19842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manuais de marketing em múltiplas plataformas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DashThis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25603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5897880" y="2724912"/>
            <a:ext cx="365760" cy="365760"/>
          </a:xfrm>
          <a:prstGeom prst="ellipse">
            <a:avLst/>
          </a:prstGeom>
          <a:solidFill>
            <a:srgbClr val="0F2A1A"/>
          </a:solidFill>
          <a:ln/>
        </p:spPr>
      </p:sp>
      <p:sp>
        <p:nvSpPr>
          <p:cNvPr id="31" name="Text 29"/>
          <p:cNvSpPr/>
          <p:nvPr/>
        </p:nvSpPr>
        <p:spPr>
          <a:xfrm>
            <a:off x="5897880" y="27614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2633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Ausência de notas de reunião ou captura de itens de ação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2971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Fathom.ai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333756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5897880" y="3502152"/>
            <a:ext cx="365760" cy="365760"/>
          </a:xfrm>
          <a:prstGeom prst="ellipse">
            <a:avLst/>
          </a:prstGeom>
          <a:solidFill>
            <a:srgbClr val="0F2A1A"/>
          </a:solidFill>
          <a:ln/>
        </p:spPr>
      </p:sp>
      <p:sp>
        <p:nvSpPr>
          <p:cNvPr id="36" name="Text 34"/>
          <p:cNvSpPr/>
          <p:nvPr/>
        </p:nvSpPr>
        <p:spPr>
          <a:xfrm>
            <a:off x="5897880" y="3538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de e-mail com ruído e outreach de vendas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SaneBox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41148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A1A1A"/>
          </a:solidFill>
          <a:ln/>
        </p:spPr>
      </p:sp>
      <p:sp>
        <p:nvSpPr>
          <p:cNvPr id="40" name="Shape 38"/>
          <p:cNvSpPr/>
          <p:nvPr/>
        </p:nvSpPr>
        <p:spPr>
          <a:xfrm>
            <a:off x="5897880" y="4279392"/>
            <a:ext cx="365760" cy="365760"/>
          </a:xfrm>
          <a:prstGeom prst="ellipse">
            <a:avLst/>
          </a:prstGeom>
          <a:solidFill>
            <a:srgbClr val="0F2A1A"/>
          </a:solidFill>
          <a:ln/>
        </p:spPr>
      </p:sp>
      <p:sp>
        <p:nvSpPr>
          <p:cNvPr id="41" name="Text 39"/>
          <p:cNvSpPr/>
          <p:nvPr/>
        </p:nvSpPr>
        <p:spPr>
          <a:xfrm>
            <a:off x="5897880" y="43159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5508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de design de baixo nível tirando tempo estratégico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4526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Magic Design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Soluções Recomendadas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92024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73152" cy="192024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Ausência de notas de reunião ou captura de itens de 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371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recomendada: Fathom.ai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 encaixa: Entra automaticamente nas reuniões, captura transcrições e extrai itens de ação para que nada se perca após as calls. Integra com Asana para handoff de tarefas.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mensal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US$ 0–10/usuário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setup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76656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economizado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6656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horas/semana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8229600" cy="192024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926080"/>
            <a:ext cx="73152" cy="192024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34440" y="3108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de e-mail com ruído e outreach de vendas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234440" y="34290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recomendada: SaneBox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31520" y="3794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 encaixa: Aprende quais e-mails importam e move o resto para SaneLater, reduzindo drasticamente a bagunça da caixa de entrada sem mudar o fluxo de trabalho.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3152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3152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274320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mensal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74320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US$ 7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75488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setup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76656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economizado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76656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horas/semana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Soluções Recomendadas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92024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73152" cy="192024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manuais de marketing em múltiplas plataformas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371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recomendada: DashThis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 encaixa: Consolida Google Analytics, Meta Ads, Google Ads e plataformas de agendamento em um dashboard que se atualiza automaticamente — eliminando o relatório manual.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algum setup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mensal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US$ 42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setup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horas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76656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economizado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6656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horas/semana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8229600" cy="192024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926080"/>
            <a:ext cx="73152" cy="1920240"/>
          </a:xfrm>
          <a:prstGeom prst="rect">
            <a:avLst/>
          </a:prstGeom>
          <a:solidFill>
            <a:srgbClr val="F472B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34440" y="3108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de design de baixo nível tirando tempo estratégico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234440" y="34290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recomendada: Canva Magic Design + Brand Kit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31520" y="3794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 encaixa: Cria templates on-brand uma vez para que designs recorrentes possam ser feitos sem envolvimento da liderança.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3152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3152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algum setup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274320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mensal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74320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US$ 0 (já usa)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75488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setup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horas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76656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economizado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76656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horas/semana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Plano de Quick Wins em 4 Dias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801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A2A1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o Fathom e conectar ao Google Calendar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Ferramenta: Fathom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28016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A2A1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325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o SaneBox e conectar ao Gmail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Ferramenta: SaneBox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2004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A2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o Brand Kit no Canva com cores, fontes e logos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Ferramenta: Canva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32004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A2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Assinar o DashThis e conectar o Google Analytics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Ferramenta: DashThis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Vem Depois dos Quick Wins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920240" y="1234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o GoHighLevel CRM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consolidar leads e otimizar a comunicação de vendas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468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 Brand Voice Claude Skill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880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criar conteúdo de forma consistente no seu tom e estilo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749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20240" y="3703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um Custom GPT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41148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clientes Airbnb lidarem com FAQs, recomendações locais e mais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Financeiro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2926080"/>
          </a:xfrm>
          <a:prstGeom prst="roundRect">
            <a:avLst>
              <a:gd name="adj" fmla="val 468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Semanal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926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horas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840480" cy="2926080"/>
          </a:xfrm>
          <a:prstGeom prst="roundRect">
            <a:avLst>
              <a:gd name="adj" fmla="val 468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Líquido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0" y="2926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US$ 3.141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Ferramentas de IA</dc:title>
  <dc:subject>Relatório de Quick Wins</dc:subject>
  <dc:creator>AI Tools Assessment</dc:creator>
  <cp:lastModifiedBy>AI Tools Assessment</cp:lastModifiedBy>
  <cp:revision>1</cp:revision>
  <dcterms:created xsi:type="dcterms:W3CDTF">2026-08-29T20:02:20Z</dcterms:created>
  <dcterms:modified xsi:type="dcterms:W3CDTF">2026-08-29T20:02:20Z</dcterms:modified>
</cp:coreProperties>
</file>